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1005840" cy="1005840"/>
          </a:xfrm>
          <a:prstGeom prst="ellipse">
            <a:avLst/>
          </a:prstGeom>
          <a:solidFill>
            <a:srgbClr val="F0A3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Bayandabenkosi Khumalo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  |  1-3 years experience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fast, responsive websites that help small businesses look professional and win customers online.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portfolio: https://personal-portfolio-af5c7f.netlify.app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ABOUT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Developer, problem solver, builder.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949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Full Stack Developer who enjoys turning a business idea into a working, polished product. My work so far has focused on local businesses — a logistics company, a sneaker cleaning service and a laundry room — where a good website directly means more bookings and more trust from customers.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training in Full Stack Development and the FNB App Academy gave me a strong foundation in programming fundamentals, problem solving and building applications end to end. I am comfortable owning a project from the first conversation with a client through design, development and deployment.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currently looking for an internship or junior developer role where I can contribute to a team, learn from experienced engineers and keep growing as a developer.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1828800"/>
            <a:ext cx="3474720" cy="4206240"/>
          </a:xfrm>
          <a:prstGeom prst="roundRect">
            <a:avLst>
              <a:gd name="adj" fmla="val 5263"/>
            </a:avLst>
          </a:prstGeom>
          <a:solidFill>
            <a:srgbClr val="0B1526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
</a:t>
            </a:r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2788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
</a:t>
            </a:r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years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3566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
</a:t>
            </a:r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4343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
</a:t>
            </a:r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App Academy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51206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
</a:t>
            </a:r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069 827 5896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&amp; soft skills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1188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validation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basics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Stack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&amp; back-end development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fundamentals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hosting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8972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27080" cy="1371600"/>
          </a:xfrm>
          <a:prstGeom prst="roundRect">
            <a:avLst>
              <a:gd name="adj" fmla="val 10000"/>
            </a:avLst>
          </a:prstGeom>
          <a:solidFill>
            <a:srgbClr val="0B152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394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with clients   •   Problem solving   •   Teamwork &amp; collaboration   •   Time management   •   Attention to detail   •   Adaptability &amp; fast learning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opt/build/repo/public/img/dlokov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0" y="548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PROJECT 1 — LOGISTICS &amp; COURIER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766560" y="914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Dlokovu Logistics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0" y="1828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business website for a logistics company, presenting its transport and delivery services and making it easy for customers to request a quote.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66560" y="3291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pages for freight, courier and delivery offerings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request and contact forms that go straight to the business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so customers can reach the team on the go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66560" y="5623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CSS3  •  JavaScript  •  Responsive design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opt/build/repo/public/img/zakhe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0" y="548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PROJECT 2 — SNEAKER CARE SERVICE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766560" y="914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Zakhele Sneaker Clean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0" y="1828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bold, modern website for a sneaker cleaning business that showcases before-and-after results, lists service packages and drives bookings.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66560" y="3291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cards for each cleaning and restoration package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that shows off the quality of the 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call-to-action with WhatsApp and phone links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66560" y="5623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CSS3  •  JavaScript  •  UI/UX design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opt/build/repo/public/img/thabet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0" y="548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PROJECT 3 — LAUNDRY SERVICE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766560" y="914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Thabethe Laundry Room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0" y="1828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friendly website for a local laundry business with a clear price list, opening hours and a simple way to book a wash or pickup.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66560" y="3291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Easy-to-read service and price list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hours and contact details on every device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pages that load quickly on mobile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66560" y="5623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CSS3  •  JavaScript  •  Responsive design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WORK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I've been building.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Freelance Full Stack Developer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 |  South Africa  |  1-3 years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5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built and launched websites for local businesses including Dlokovu Logistics, Zakhele Sneaker Clean and Thabethe Laundry Room.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5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requirements directly from business owners and turned them into clear, responsive page designs.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5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clean, maintainable HTML, CSS and JavaScript and deployed sites to the web.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5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ongoing updates and support after launch.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EDUCATION &amp; CERTIFICATIONS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Qualified and certified.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40233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Stack Development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name | Year - 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covering front-end and back-end development, databases, programming with JavaScript and Python, and deploying complete web applications.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49240" cy="40233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FNB App Academy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National Bank (FNB)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8404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and app development programme by FNB covering programming fundamentals, problem solving and building real applications.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THE PORTFOLIO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portfolio was built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0B1526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that adapts to desktop, tablet and phone screens.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navigation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header with section links, active-section highlighting and a mobile menu.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0B1526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form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260604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delivered through Netlify Forms with spam protection.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Downloadable CV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CV plus a printable online CV page.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406908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0B1526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images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47548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resized and converted to WebP on the fly by the Netlify Image CDN.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406908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stack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47548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TanStack Start and Tailwind CSS, deployed on Netlify.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work together — open to internships and junior developer roles.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WHATSAPP   </a:t>
            </a:r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069 827 5896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 </a:t>
            </a:r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bayandabenkosi.khumalo@example.com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</a:t>
            </a:r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github.com/your-github-username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 </a:t>
            </a:r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linkedin.com/in/your-linkedin-handle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  </a:t>
            </a:r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personal-portfolio-af5c7f.netlify.app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Bayandabenkosi Khumalo - Portfolio</dc:title>
  <dc:subject>PptxGenJS Presentation</dc:subject>
  <dc:creator>PptxGenJS</dc:creator>
  <cp:lastModifiedBy>PptxGenJS</cp:lastModifiedBy>
  <cp:revision>1</cp:revision>
  <dcterms:created xsi:type="dcterms:W3CDTF">2026-10-14T09:58:17Z</dcterms:created>
  <dcterms:modified xsi:type="dcterms:W3CDTF">2026-10-14T09:58:17Z</dcterms:modified>
</cp:coreProperties>
</file>